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  <p:sldId id="257" r:id="rId2"/>
    <p:sldId id="258" r:id="rId4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notesSlides/notes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sldImg"/>
          </p:nvPr>
        </p:nvSpPr>
        <p:txBody/>
      </p:sp>
      <p:sp>
        <p:nvSpPr>
          <p:cNvPr id="2" name="s"/>
          <p:cNvSpPr/>
          <p:nvPr>
            <p:ph type="body"/>
          </p:nvPr>
        </p:nvSpPr>
        <p:txBody>
          <a:p>
            <a:pPr lvl="0"/>
            <a:r>
              <a:t>Mention the T+1h deadline.</a:t>
            </a:r>
          </a:p>
        </p:txBody>
      </p:sp>
      <p:sp>
        <p:nvSpPr>
          <p:cNvPr id="2" name="s"/>
          <p:cNvSpPr/>
          <p:nvPr>
            <p:ph type="sldNum"/>
          </p:nvPr>
        </p:nvSpPr>
        <p:txBody>
          <a:p>
            <a:pPr lvl="0"/>
            <a:r>
              <a:t>2</a:t>
            </a:r>
          </a:p>
        </p:txBody>
      </p:sp>
    </p:spTree>
  </p:cSld>
</p:sld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title"/>
          </p:nvPr>
        </p:nvSpPr>
        <p:txBody>
          <a:p>
            <a:pPr lvl="0"/>
            <a:r>
              <a:t>Rollback strategy</a:t>
            </a:r>
          </a:p>
        </p:txBody>
      </p:sp>
      <p:sp>
        <p:nvSpPr>
          <p:cNvPr id="2" name="s"/>
          <p:cNvSpPr/>
          <p:nvPr>
            <p:ph type="body"/>
          </p:nvPr>
        </p:nvSpPr>
        <p:txBody>
          <a:p>
            <a:pPr lvl="0"/>
            <a:r>
              <a:t>Freeze deployments</a:t>
            </a:r>
          </a:p>
          <a:p>
            <a:pPr lvl="1"/>
            <a:r>
              <a:t>Restore snapshot</a:t>
            </a:r>
          </a:p>
          <a:p>
            <a:pPr lvl="0"/>
            <a:r>
              <a:t>Notify the CAB</a:t>
            </a:r>
          </a:p>
        </p:txBody>
      </p:sp>
      <p:graphicFrame>
        <p:nvGraphicFramePr>
          <p:cNvPr id="5" name="t"/>
        </p:nvGraphicFramePr>
        <a:graphic>
          <a:graphicData>
            <a:tbl>
              <a:tr>
                <a:tc>
                  <a:txBody>
                    <a:p>
                      <a:r>
                        <a:t>Step</a:t>
                      </a:r>
                    </a:p>
                  </a:txBody>
                </a:tc>
                <a:tc>
                  <a:txBody>
                    <a:p>
                      <a:r>
                        <a:t>Owner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Restore</a:t>
                      </a:r>
                    </a:p>
                  </a:txBody>
                </a:tc>
                <a:tc>
                  <a:txBody>
                    <a:p>
                      <a:r>
                        <a:t>Contoso ops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ctrTitle"/>
          </p:nvPr>
        </p:nvSpPr>
        <p:txBody>
          <a:p>
            <a:pPr lvl="0"/>
            <a:r>
              <a:t>Northwind Traders Release Train</a:t>
            </a:r>
          </a:p>
        </p:txBody>
      </p:sp>
      <p:sp>
        <p:nvSpPr>
          <p:cNvPr id="2" name="s"/>
          <p:cNvSpPr/>
          <p:nvPr>
            <p:ph type="subTitle"/>
          </p:nvPr>
        </p:nvSpPr>
        <p:txBody>
          <a:p>
            <a:pPr lvl="0"/>
            <a:r>
              <a:t>Quarterly deck for Contoso</a:t>
            </a:r>
          </a:p>
        </p:txBody>
      </p:sp>
      <p:sp>
        <p:nvSpPr>
          <p:cNvPr id="2" name="s"/>
          <p:cNvSpPr/>
          <p:nvPr>
            <p:ph type="sldNum"/>
          </p:nvPr>
        </p:nvSpPr>
        <p:txBody>
          <a:p>
            <a:pPr lvl="0"/>
            <a:r>
              <a:t>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sp>
        <p:nvSpPr>
          <p:cNvPr id="2" name="s"/>
          <p:cNvSpPr/>
          <p:nvPr>
            <p:ph type="title"/>
          </p:nvPr>
        </p:nvSpPr>
        <p:txBody>
          <a:p>
            <a:pPr lvl="0"/>
            <a:r>
              <a:t>Hidden backup slide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/>
</cp:coreProperties>
</file>